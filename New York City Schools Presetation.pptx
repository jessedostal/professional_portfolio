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65" r:id="rId6"/>
    <p:sldId id="259" r:id="rId7"/>
    <p:sldId id="260" r:id="rId8"/>
    <p:sldId id="266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5F3EE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2AC703-CA53-45D6-A385-F675C5994F58}" v="42" dt="2025-11-07T20:13:50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e Dostal" userId="8474b40ad853ecbb" providerId="LiveId" clId="{B92FD8F7-10B3-4E4D-99FC-94E232138042}"/>
    <pc:docChg chg="undo custSel modSld">
      <pc:chgData name="Jesse Dostal" userId="8474b40ad853ecbb" providerId="LiveId" clId="{B92FD8F7-10B3-4E4D-99FC-94E232138042}" dt="2025-11-07T20:14:03.365" v="466" actId="20577"/>
      <pc:docMkLst>
        <pc:docMk/>
      </pc:docMkLst>
      <pc:sldChg chg="modSp mod">
        <pc:chgData name="Jesse Dostal" userId="8474b40ad853ecbb" providerId="LiveId" clId="{B92FD8F7-10B3-4E4D-99FC-94E232138042}" dt="2025-11-07T19:12:54.910" v="197" actId="1076"/>
        <pc:sldMkLst>
          <pc:docMk/>
          <pc:sldMk cId="319225066" sldId="256"/>
        </pc:sldMkLst>
        <pc:spChg chg="mod">
          <ac:chgData name="Jesse Dostal" userId="8474b40ad853ecbb" providerId="LiveId" clId="{B92FD8F7-10B3-4E4D-99FC-94E232138042}" dt="2025-11-07T19:12:54.910" v="197" actId="1076"/>
          <ac:spMkLst>
            <pc:docMk/>
            <pc:sldMk cId="319225066" sldId="256"/>
            <ac:spMk id="2" creationId="{B53B637C-B8E1-E072-83C9-194398F10D5E}"/>
          </ac:spMkLst>
        </pc:spChg>
        <pc:spChg chg="mod">
          <ac:chgData name="Jesse Dostal" userId="8474b40ad853ecbb" providerId="LiveId" clId="{B92FD8F7-10B3-4E4D-99FC-94E232138042}" dt="2025-11-07T19:09:22.967" v="171" actId="207"/>
          <ac:spMkLst>
            <pc:docMk/>
            <pc:sldMk cId="319225066" sldId="256"/>
            <ac:spMk id="3" creationId="{E2A3CAC1-9F5B-9DD2-C801-370780E5259E}"/>
          </ac:spMkLst>
        </pc:spChg>
        <pc:spChg chg="mod">
          <ac:chgData name="Jesse Dostal" userId="8474b40ad853ecbb" providerId="LiveId" clId="{B92FD8F7-10B3-4E4D-99FC-94E232138042}" dt="2025-11-07T19:09:54.214" v="179" actId="27636"/>
          <ac:spMkLst>
            <pc:docMk/>
            <pc:sldMk cId="319225066" sldId="256"/>
            <ac:spMk id="5" creationId="{81789BA7-F5DD-3B7B-8431-84E6B8F54233}"/>
          </ac:spMkLst>
        </pc:spChg>
      </pc:sldChg>
      <pc:sldChg chg="addSp delSp modSp mod">
        <pc:chgData name="Jesse Dostal" userId="8474b40ad853ecbb" providerId="LiveId" clId="{B92FD8F7-10B3-4E4D-99FC-94E232138042}" dt="2025-11-07T19:59:34.016" v="427" actId="1076"/>
        <pc:sldMkLst>
          <pc:docMk/>
          <pc:sldMk cId="442656045" sldId="257"/>
        </pc:sldMkLst>
        <pc:spChg chg="mod">
          <ac:chgData name="Jesse Dostal" userId="8474b40ad853ecbb" providerId="LiveId" clId="{B92FD8F7-10B3-4E4D-99FC-94E232138042}" dt="2025-11-07T19:19:26.831" v="218" actId="113"/>
          <ac:spMkLst>
            <pc:docMk/>
            <pc:sldMk cId="442656045" sldId="257"/>
            <ac:spMk id="2" creationId="{156124E9-2912-BF48-B1E9-7FC9B02E64A0}"/>
          </ac:spMkLst>
        </pc:spChg>
        <pc:spChg chg="add">
          <ac:chgData name="Jesse Dostal" userId="8474b40ad853ecbb" providerId="LiveId" clId="{B92FD8F7-10B3-4E4D-99FC-94E232138042}" dt="2025-11-07T18:53:01.070" v="39"/>
          <ac:spMkLst>
            <pc:docMk/>
            <pc:sldMk cId="442656045" sldId="257"/>
            <ac:spMk id="3" creationId="{6B66B050-C166-EC64-28B9-73C66A607274}"/>
          </ac:spMkLst>
        </pc:spChg>
        <pc:spChg chg="mod">
          <ac:chgData name="Jesse Dostal" userId="8474b40ad853ecbb" providerId="LiveId" clId="{B92FD8F7-10B3-4E4D-99FC-94E232138042}" dt="2025-11-07T19:59:31.354" v="426" actId="1076"/>
          <ac:spMkLst>
            <pc:docMk/>
            <pc:sldMk cId="442656045" sldId="257"/>
            <ac:spMk id="4" creationId="{42CEDA82-1BB8-1DCD-443A-8F7255A51B19}"/>
          </ac:spMkLst>
        </pc:spChg>
        <pc:spChg chg="add del mod">
          <ac:chgData name="Jesse Dostal" userId="8474b40ad853ecbb" providerId="LiveId" clId="{B92FD8F7-10B3-4E4D-99FC-94E232138042}" dt="2025-11-07T18:53:49.771" v="53" actId="21"/>
          <ac:spMkLst>
            <pc:docMk/>
            <pc:sldMk cId="442656045" sldId="257"/>
            <ac:spMk id="5" creationId="{4D1DDA0A-C98B-98EB-1BC4-FD725D2EA180}"/>
          </ac:spMkLst>
        </pc:spChg>
        <pc:spChg chg="add del mod">
          <ac:chgData name="Jesse Dostal" userId="8474b40ad853ecbb" providerId="LiveId" clId="{B92FD8F7-10B3-4E4D-99FC-94E232138042}" dt="2025-11-07T19:59:34.016" v="427" actId="1076"/>
          <ac:spMkLst>
            <pc:docMk/>
            <pc:sldMk cId="442656045" sldId="257"/>
            <ac:spMk id="6" creationId="{3FBF3DE2-F588-EE02-1582-1C193C8DDD74}"/>
          </ac:spMkLst>
        </pc:spChg>
        <pc:spChg chg="add mod">
          <ac:chgData name="Jesse Dostal" userId="8474b40ad853ecbb" providerId="LiveId" clId="{B92FD8F7-10B3-4E4D-99FC-94E232138042}" dt="2025-11-07T18:53:28.584" v="48"/>
          <ac:spMkLst>
            <pc:docMk/>
            <pc:sldMk cId="442656045" sldId="257"/>
            <ac:spMk id="7" creationId="{724CE64A-5A26-5C46-1E93-1EF4D69345F9}"/>
          </ac:spMkLst>
        </pc:spChg>
      </pc:sldChg>
      <pc:sldChg chg="modSp mod">
        <pc:chgData name="Jesse Dostal" userId="8474b40ad853ecbb" providerId="LiveId" clId="{B92FD8F7-10B3-4E4D-99FC-94E232138042}" dt="2025-11-07T18:58:05.958" v="110" actId="1076"/>
        <pc:sldMkLst>
          <pc:docMk/>
          <pc:sldMk cId="2446366955" sldId="258"/>
        </pc:sldMkLst>
        <pc:spChg chg="mod">
          <ac:chgData name="Jesse Dostal" userId="8474b40ad853ecbb" providerId="LiveId" clId="{B92FD8F7-10B3-4E4D-99FC-94E232138042}" dt="2025-11-07T18:56:55.586" v="92" actId="113"/>
          <ac:spMkLst>
            <pc:docMk/>
            <pc:sldMk cId="2446366955" sldId="258"/>
            <ac:spMk id="2" creationId="{3D825E24-C9E8-6441-2980-BA47FD11773A}"/>
          </ac:spMkLst>
        </pc:spChg>
        <pc:spChg chg="mod">
          <ac:chgData name="Jesse Dostal" userId="8474b40ad853ecbb" providerId="LiveId" clId="{B92FD8F7-10B3-4E4D-99FC-94E232138042}" dt="2025-11-07T18:58:05.958" v="110" actId="1076"/>
          <ac:spMkLst>
            <pc:docMk/>
            <pc:sldMk cId="2446366955" sldId="258"/>
            <ac:spMk id="7" creationId="{3013F644-BF2F-E807-A111-C67CB7A33AE0}"/>
          </ac:spMkLst>
        </pc:spChg>
      </pc:sldChg>
      <pc:sldChg chg="modSp mod">
        <pc:chgData name="Jesse Dostal" userId="8474b40ad853ecbb" providerId="LiveId" clId="{B92FD8F7-10B3-4E4D-99FC-94E232138042}" dt="2025-11-07T19:17:21.280" v="207" actId="113"/>
        <pc:sldMkLst>
          <pc:docMk/>
          <pc:sldMk cId="747506823" sldId="259"/>
        </pc:sldMkLst>
        <pc:spChg chg="mod">
          <ac:chgData name="Jesse Dostal" userId="8474b40ad853ecbb" providerId="LiveId" clId="{B92FD8F7-10B3-4E4D-99FC-94E232138042}" dt="2025-11-07T18:58:46.015" v="111" actId="122"/>
          <ac:spMkLst>
            <pc:docMk/>
            <pc:sldMk cId="747506823" sldId="259"/>
            <ac:spMk id="2" creationId="{DE2624A8-F59D-6C86-C9D2-07A7D55D7294}"/>
          </ac:spMkLst>
        </pc:spChg>
        <pc:spChg chg="mod">
          <ac:chgData name="Jesse Dostal" userId="8474b40ad853ecbb" providerId="LiveId" clId="{B92FD8F7-10B3-4E4D-99FC-94E232138042}" dt="2025-11-07T19:17:21.280" v="207" actId="113"/>
          <ac:spMkLst>
            <pc:docMk/>
            <pc:sldMk cId="747506823" sldId="259"/>
            <ac:spMk id="10" creationId="{E7660DED-669A-F0CA-5B7E-AF2A64AD53FC}"/>
          </ac:spMkLst>
        </pc:spChg>
        <pc:spChg chg="mod">
          <ac:chgData name="Jesse Dostal" userId="8474b40ad853ecbb" providerId="LiveId" clId="{B92FD8F7-10B3-4E4D-99FC-94E232138042}" dt="2025-11-07T19:13:33.782" v="199" actId="1076"/>
          <ac:spMkLst>
            <pc:docMk/>
            <pc:sldMk cId="747506823" sldId="259"/>
            <ac:spMk id="12" creationId="{7F08B7E8-E168-B2F2-86AA-804D6AB54251}"/>
          </ac:spMkLst>
        </pc:spChg>
        <pc:picChg chg="mod">
          <ac:chgData name="Jesse Dostal" userId="8474b40ad853ecbb" providerId="LiveId" clId="{B92FD8F7-10B3-4E4D-99FC-94E232138042}" dt="2025-11-07T18:58:49.890" v="112" actId="1076"/>
          <ac:picMkLst>
            <pc:docMk/>
            <pc:sldMk cId="747506823" sldId="259"/>
            <ac:picMk id="6" creationId="{1BDB378D-A637-4F92-02CA-4BAD2076A4FD}"/>
          </ac:picMkLst>
        </pc:picChg>
      </pc:sldChg>
      <pc:sldChg chg="modSp mod">
        <pc:chgData name="Jesse Dostal" userId="8474b40ad853ecbb" providerId="LiveId" clId="{B92FD8F7-10B3-4E4D-99FC-94E232138042}" dt="2025-11-07T19:03:46.599" v="144" actId="1076"/>
        <pc:sldMkLst>
          <pc:docMk/>
          <pc:sldMk cId="2293975470" sldId="260"/>
        </pc:sldMkLst>
        <pc:spChg chg="mod">
          <ac:chgData name="Jesse Dostal" userId="8474b40ad853ecbb" providerId="LiveId" clId="{B92FD8F7-10B3-4E4D-99FC-94E232138042}" dt="2025-11-07T18:45:09.529" v="6" actId="122"/>
          <ac:spMkLst>
            <pc:docMk/>
            <pc:sldMk cId="2293975470" sldId="260"/>
            <ac:spMk id="2" creationId="{31EFD5B4-FEFB-7876-A546-B4D318981D1D}"/>
          </ac:spMkLst>
        </pc:spChg>
        <pc:spChg chg="mod">
          <ac:chgData name="Jesse Dostal" userId="8474b40ad853ecbb" providerId="LiveId" clId="{B92FD8F7-10B3-4E4D-99FC-94E232138042}" dt="2025-11-07T19:03:46.599" v="144" actId="1076"/>
          <ac:spMkLst>
            <pc:docMk/>
            <pc:sldMk cId="2293975470" sldId="260"/>
            <ac:spMk id="14" creationId="{F39A9901-428F-0C51-93A3-D4BB07416453}"/>
          </ac:spMkLst>
        </pc:spChg>
      </pc:sldChg>
      <pc:sldChg chg="addSp delSp modSp mod">
        <pc:chgData name="Jesse Dostal" userId="8474b40ad853ecbb" providerId="LiveId" clId="{B92FD8F7-10B3-4E4D-99FC-94E232138042}" dt="2025-11-07T20:14:03.365" v="466" actId="20577"/>
        <pc:sldMkLst>
          <pc:docMk/>
          <pc:sldMk cId="506222639" sldId="261"/>
        </pc:sldMkLst>
        <pc:spChg chg="mod">
          <ac:chgData name="Jesse Dostal" userId="8474b40ad853ecbb" providerId="LiveId" clId="{B92FD8F7-10B3-4E4D-99FC-94E232138042}" dt="2025-11-07T18:45:18.945" v="9" actId="1076"/>
          <ac:spMkLst>
            <pc:docMk/>
            <pc:sldMk cId="506222639" sldId="261"/>
            <ac:spMk id="2" creationId="{E82DAFE4-3FB3-24F0-8E34-C91DE7B136AA}"/>
          </ac:spMkLst>
        </pc:spChg>
        <pc:spChg chg="add">
          <ac:chgData name="Jesse Dostal" userId="8474b40ad853ecbb" providerId="LiveId" clId="{B92FD8F7-10B3-4E4D-99FC-94E232138042}" dt="2025-11-07T20:13:44.888" v="458"/>
          <ac:spMkLst>
            <pc:docMk/>
            <pc:sldMk cId="506222639" sldId="261"/>
            <ac:spMk id="9" creationId="{6CA3C847-3129-87A0-5F57-48D929E51C1D}"/>
          </ac:spMkLst>
        </pc:spChg>
        <pc:spChg chg="mod">
          <ac:chgData name="Jesse Dostal" userId="8474b40ad853ecbb" providerId="LiveId" clId="{B92FD8F7-10B3-4E4D-99FC-94E232138042}" dt="2025-11-07T20:14:03.365" v="466" actId="20577"/>
          <ac:spMkLst>
            <pc:docMk/>
            <pc:sldMk cId="506222639" sldId="261"/>
            <ac:spMk id="14" creationId="{EAE63EF4-1527-FD09-7233-5D87F64747D0}"/>
          </ac:spMkLst>
        </pc:spChg>
        <pc:picChg chg="add del mod">
          <ac:chgData name="Jesse Dostal" userId="8474b40ad853ecbb" providerId="LiveId" clId="{B92FD8F7-10B3-4E4D-99FC-94E232138042}" dt="2025-11-07T20:10:59.343" v="448" actId="478"/>
          <ac:picMkLst>
            <pc:docMk/>
            <pc:sldMk cId="506222639" sldId="261"/>
            <ac:picMk id="6" creationId="{EC6306D4-8664-1F42-B3EC-DB3635B7DAA9}"/>
          </ac:picMkLst>
        </pc:picChg>
        <pc:picChg chg="add mod">
          <ac:chgData name="Jesse Dostal" userId="8474b40ad853ecbb" providerId="LiveId" clId="{B92FD8F7-10B3-4E4D-99FC-94E232138042}" dt="2025-11-07T20:11:21.212" v="452" actId="14100"/>
          <ac:picMkLst>
            <pc:docMk/>
            <pc:sldMk cId="506222639" sldId="261"/>
            <ac:picMk id="8" creationId="{A87947C7-66C1-B3C7-3A29-15031B1975F5}"/>
          </ac:picMkLst>
        </pc:picChg>
        <pc:picChg chg="del">
          <ac:chgData name="Jesse Dostal" userId="8474b40ad853ecbb" providerId="LiveId" clId="{B92FD8F7-10B3-4E4D-99FC-94E232138042}" dt="2025-11-07T20:10:43.918" v="444" actId="478"/>
          <ac:picMkLst>
            <pc:docMk/>
            <pc:sldMk cId="506222639" sldId="261"/>
            <ac:picMk id="12" creationId="{882B767C-74EA-264D-C627-29E87D57EBEA}"/>
          </ac:picMkLst>
        </pc:picChg>
      </pc:sldChg>
      <pc:sldChg chg="addSp delSp modSp mod">
        <pc:chgData name="Jesse Dostal" userId="8474b40ad853ecbb" providerId="LiveId" clId="{B92FD8F7-10B3-4E4D-99FC-94E232138042}" dt="2025-11-07T19:47:57.376" v="287" actId="1076"/>
        <pc:sldMkLst>
          <pc:docMk/>
          <pc:sldMk cId="58589966" sldId="262"/>
        </pc:sldMkLst>
        <pc:spChg chg="mod">
          <ac:chgData name="Jesse Dostal" userId="8474b40ad853ecbb" providerId="LiveId" clId="{B92FD8F7-10B3-4E4D-99FC-94E232138042}" dt="2025-11-07T18:45:50.514" v="10" actId="122"/>
          <ac:spMkLst>
            <pc:docMk/>
            <pc:sldMk cId="58589966" sldId="262"/>
            <ac:spMk id="2" creationId="{D574645A-B21A-74F8-C81A-D3645DF46C2A}"/>
          </ac:spMkLst>
        </pc:spChg>
        <pc:spChg chg="mod">
          <ac:chgData name="Jesse Dostal" userId="8474b40ad853ecbb" providerId="LiveId" clId="{B92FD8F7-10B3-4E4D-99FC-94E232138042}" dt="2025-11-07T19:47:48.241" v="284" actId="14100"/>
          <ac:spMkLst>
            <pc:docMk/>
            <pc:sldMk cId="58589966" sldId="262"/>
            <ac:spMk id="11" creationId="{1658BE72-35DE-8A08-1176-6128B7F717D3}"/>
          </ac:spMkLst>
        </pc:spChg>
        <pc:spChg chg="mod">
          <ac:chgData name="Jesse Dostal" userId="8474b40ad853ecbb" providerId="LiveId" clId="{B92FD8F7-10B3-4E4D-99FC-94E232138042}" dt="2025-11-07T19:47:55.085" v="286" actId="1076"/>
          <ac:spMkLst>
            <pc:docMk/>
            <pc:sldMk cId="58589966" sldId="262"/>
            <ac:spMk id="15" creationId="{D12D3119-3EF0-44A8-72FC-6F14188334E2}"/>
          </ac:spMkLst>
        </pc:spChg>
        <pc:spChg chg="mod">
          <ac:chgData name="Jesse Dostal" userId="8474b40ad853ecbb" providerId="LiveId" clId="{B92FD8F7-10B3-4E4D-99FC-94E232138042}" dt="2025-11-07T19:47:46.163" v="283" actId="14100"/>
          <ac:spMkLst>
            <pc:docMk/>
            <pc:sldMk cId="58589966" sldId="262"/>
            <ac:spMk id="19" creationId="{55852421-280D-4502-F72B-A8928DBFE3DE}"/>
          </ac:spMkLst>
        </pc:spChg>
        <pc:picChg chg="add mod">
          <ac:chgData name="Jesse Dostal" userId="8474b40ad853ecbb" providerId="LiveId" clId="{B92FD8F7-10B3-4E4D-99FC-94E232138042}" dt="2025-11-07T19:47:57.376" v="287" actId="1076"/>
          <ac:picMkLst>
            <pc:docMk/>
            <pc:sldMk cId="58589966" sldId="262"/>
            <ac:picMk id="4" creationId="{989FA7C7-DABB-BFF8-851E-F0A1DB21214B}"/>
          </ac:picMkLst>
        </pc:picChg>
        <pc:picChg chg="del">
          <ac:chgData name="Jesse Dostal" userId="8474b40ad853ecbb" providerId="LiveId" clId="{B92FD8F7-10B3-4E4D-99FC-94E232138042}" dt="2025-11-07T19:47:19.405" v="275" actId="478"/>
          <ac:picMkLst>
            <pc:docMk/>
            <pc:sldMk cId="58589966" sldId="262"/>
            <ac:picMk id="7" creationId="{C52D56F9-93D7-3A34-4C9C-3544ED8017EA}"/>
          </ac:picMkLst>
        </pc:picChg>
      </pc:sldChg>
      <pc:sldChg chg="modSp mod">
        <pc:chgData name="Jesse Dostal" userId="8474b40ad853ecbb" providerId="LiveId" clId="{B92FD8F7-10B3-4E4D-99FC-94E232138042}" dt="2025-11-07T19:51:55.718" v="381" actId="20577"/>
        <pc:sldMkLst>
          <pc:docMk/>
          <pc:sldMk cId="116286071" sldId="263"/>
        </pc:sldMkLst>
        <pc:spChg chg="mod">
          <ac:chgData name="Jesse Dostal" userId="8474b40ad853ecbb" providerId="LiveId" clId="{B92FD8F7-10B3-4E4D-99FC-94E232138042}" dt="2025-11-07T18:45:05.267" v="5" actId="122"/>
          <ac:spMkLst>
            <pc:docMk/>
            <pc:sldMk cId="116286071" sldId="263"/>
            <ac:spMk id="2" creationId="{A1584EE3-E22C-AE4B-7A02-FEC5F45B1ECE}"/>
          </ac:spMkLst>
        </pc:spChg>
        <pc:spChg chg="mod">
          <ac:chgData name="Jesse Dostal" userId="8474b40ad853ecbb" providerId="LiveId" clId="{B92FD8F7-10B3-4E4D-99FC-94E232138042}" dt="2025-11-07T19:51:55.718" v="381" actId="20577"/>
          <ac:spMkLst>
            <pc:docMk/>
            <pc:sldMk cId="116286071" sldId="263"/>
            <ac:spMk id="7" creationId="{6E2D401A-0992-8B9E-2342-2CD204E6C862}"/>
          </ac:spMkLst>
        </pc:spChg>
      </pc:sldChg>
      <pc:sldChg chg="addSp delSp modSp mod">
        <pc:chgData name="Jesse Dostal" userId="8474b40ad853ecbb" providerId="LiveId" clId="{B92FD8F7-10B3-4E4D-99FC-94E232138042}" dt="2025-11-07T19:58:24.796" v="425" actId="1076"/>
        <pc:sldMkLst>
          <pc:docMk/>
          <pc:sldMk cId="1520053131" sldId="264"/>
        </pc:sldMkLst>
        <pc:spChg chg="mod">
          <ac:chgData name="Jesse Dostal" userId="8474b40ad853ecbb" providerId="LiveId" clId="{B92FD8F7-10B3-4E4D-99FC-94E232138042}" dt="2025-11-07T19:57:00.748" v="397" actId="1076"/>
          <ac:spMkLst>
            <pc:docMk/>
            <pc:sldMk cId="1520053131" sldId="264"/>
            <ac:spMk id="2" creationId="{6CF6CCFB-15ED-56D5-EB25-92F63DE24B53}"/>
          </ac:spMkLst>
        </pc:spChg>
        <pc:spChg chg="del">
          <ac:chgData name="Jesse Dostal" userId="8474b40ad853ecbb" providerId="LiveId" clId="{B92FD8F7-10B3-4E4D-99FC-94E232138042}" dt="2025-11-07T19:56:18.073" v="387" actId="478"/>
          <ac:spMkLst>
            <pc:docMk/>
            <pc:sldMk cId="1520053131" sldId="264"/>
            <ac:spMk id="3" creationId="{CD58AF95-C786-1BF9-65D2-77941B521480}"/>
          </ac:spMkLst>
        </pc:spChg>
        <pc:spChg chg="add mod">
          <ac:chgData name="Jesse Dostal" userId="8474b40ad853ecbb" providerId="LiveId" clId="{B92FD8F7-10B3-4E4D-99FC-94E232138042}" dt="2025-11-07T19:58:14.974" v="423" actId="20577"/>
          <ac:spMkLst>
            <pc:docMk/>
            <pc:sldMk cId="1520053131" sldId="264"/>
            <ac:spMk id="5" creationId="{D28731FE-9370-72D2-5ED9-175041183F4B}"/>
          </ac:spMkLst>
        </pc:spChg>
        <pc:spChg chg="add mod">
          <ac:chgData name="Jesse Dostal" userId="8474b40ad853ecbb" providerId="LiveId" clId="{B92FD8F7-10B3-4E4D-99FC-94E232138042}" dt="2025-11-07T19:58:24.796" v="425" actId="1076"/>
          <ac:spMkLst>
            <pc:docMk/>
            <pc:sldMk cId="1520053131" sldId="264"/>
            <ac:spMk id="7" creationId="{998BBB82-B82E-01F5-9731-F1F8A6817CEC}"/>
          </ac:spMkLst>
        </pc:spChg>
      </pc:sldChg>
      <pc:sldChg chg="addSp delSp modSp mod">
        <pc:chgData name="Jesse Dostal" userId="8474b40ad853ecbb" providerId="LiveId" clId="{B92FD8F7-10B3-4E4D-99FC-94E232138042}" dt="2025-11-07T20:05:20.341" v="443" actId="1076"/>
        <pc:sldMkLst>
          <pc:docMk/>
          <pc:sldMk cId="1012024650" sldId="265"/>
        </pc:sldMkLst>
        <pc:spChg chg="mod">
          <ac:chgData name="Jesse Dostal" userId="8474b40ad853ecbb" providerId="LiveId" clId="{B92FD8F7-10B3-4E4D-99FC-94E232138042}" dt="2025-11-07T18:46:11.572" v="12" actId="122"/>
          <ac:spMkLst>
            <pc:docMk/>
            <pc:sldMk cId="1012024650" sldId="265"/>
            <ac:spMk id="2" creationId="{6B3C6CD4-F68E-A9C0-269A-4C47CDE35E5D}"/>
          </ac:spMkLst>
        </pc:spChg>
        <pc:spChg chg="add del mod">
          <ac:chgData name="Jesse Dostal" userId="8474b40ad853ecbb" providerId="LiveId" clId="{B92FD8F7-10B3-4E4D-99FC-94E232138042}" dt="2025-11-07T20:05:16.568" v="442" actId="478"/>
          <ac:spMkLst>
            <pc:docMk/>
            <pc:sldMk cId="1012024650" sldId="265"/>
            <ac:spMk id="4" creationId="{6EC5EFF2-B7B7-760D-C137-55A262BF245D}"/>
          </ac:spMkLst>
        </pc:spChg>
        <pc:spChg chg="mod">
          <ac:chgData name="Jesse Dostal" userId="8474b40ad853ecbb" providerId="LiveId" clId="{B92FD8F7-10B3-4E4D-99FC-94E232138042}" dt="2025-11-07T20:05:20.341" v="443" actId="1076"/>
          <ac:spMkLst>
            <pc:docMk/>
            <pc:sldMk cId="1012024650" sldId="265"/>
            <ac:spMk id="19" creationId="{FAEAC0BA-662A-57DC-469B-DD025B7C461A}"/>
          </ac:spMkLst>
        </pc:spChg>
        <pc:picChg chg="mod">
          <ac:chgData name="Jesse Dostal" userId="8474b40ad853ecbb" providerId="LiveId" clId="{B92FD8F7-10B3-4E4D-99FC-94E232138042}" dt="2025-11-07T19:08:32.331" v="164" actId="1076"/>
          <ac:picMkLst>
            <pc:docMk/>
            <pc:sldMk cId="1012024650" sldId="265"/>
            <ac:picMk id="17" creationId="{33F71FBF-D20E-78B0-9A86-4FEC5EC8C2E0}"/>
          </ac:picMkLst>
        </pc:picChg>
      </pc:sldChg>
      <pc:sldChg chg="modSp mod">
        <pc:chgData name="Jesse Dostal" userId="8474b40ad853ecbb" providerId="LiveId" clId="{B92FD8F7-10B3-4E4D-99FC-94E232138042}" dt="2025-11-07T19:05:44.728" v="156" actId="20577"/>
        <pc:sldMkLst>
          <pc:docMk/>
          <pc:sldMk cId="3125607849" sldId="266"/>
        </pc:sldMkLst>
        <pc:spChg chg="mod">
          <ac:chgData name="Jesse Dostal" userId="8474b40ad853ecbb" providerId="LiveId" clId="{B92FD8F7-10B3-4E4D-99FC-94E232138042}" dt="2025-11-07T18:45:12.517" v="7" actId="122"/>
          <ac:spMkLst>
            <pc:docMk/>
            <pc:sldMk cId="3125607849" sldId="266"/>
            <ac:spMk id="2" creationId="{CD446F7F-47AA-C211-3487-79189E540A28}"/>
          </ac:spMkLst>
        </pc:spChg>
        <pc:spChg chg="mod">
          <ac:chgData name="Jesse Dostal" userId="8474b40ad853ecbb" providerId="LiveId" clId="{B92FD8F7-10B3-4E4D-99FC-94E232138042}" dt="2025-11-07T19:05:44.728" v="156" actId="20577"/>
          <ac:spMkLst>
            <pc:docMk/>
            <pc:sldMk cId="3125607849" sldId="266"/>
            <ac:spMk id="7" creationId="{915DFD27-D44B-279E-02EE-BBC08A3DC243}"/>
          </ac:spMkLst>
        </pc:spChg>
        <pc:picChg chg="mod">
          <ac:chgData name="Jesse Dostal" userId="8474b40ad853ecbb" providerId="LiveId" clId="{B92FD8F7-10B3-4E4D-99FC-94E232138042}" dt="2025-11-07T19:04:39.811" v="147" actId="1076"/>
          <ac:picMkLst>
            <pc:docMk/>
            <pc:sldMk cId="3125607849" sldId="266"/>
            <ac:picMk id="4" creationId="{15647127-C5BF-AE38-4DEC-55C3828D4610}"/>
          </ac:picMkLst>
        </pc:picChg>
      </pc:sldChg>
      <pc:sldChg chg="addSp delSp modSp mod">
        <pc:chgData name="Jesse Dostal" userId="8474b40ad853ecbb" providerId="LiveId" clId="{B92FD8F7-10B3-4E4D-99FC-94E232138042}" dt="2025-11-07T20:03:49.296" v="441" actId="14100"/>
        <pc:sldMkLst>
          <pc:docMk/>
          <pc:sldMk cId="1777426219" sldId="268"/>
        </pc:sldMkLst>
        <pc:spChg chg="mod">
          <ac:chgData name="Jesse Dostal" userId="8474b40ad853ecbb" providerId="LiveId" clId="{B92FD8F7-10B3-4E4D-99FC-94E232138042}" dt="2025-11-07T18:46:31.503" v="15" actId="122"/>
          <ac:spMkLst>
            <pc:docMk/>
            <pc:sldMk cId="1777426219" sldId="268"/>
            <ac:spMk id="2" creationId="{F7263FA1-DC52-140B-B35F-8F74893C691D}"/>
          </ac:spMkLst>
        </pc:spChg>
        <pc:spChg chg="del">
          <ac:chgData name="Jesse Dostal" userId="8474b40ad853ecbb" providerId="LiveId" clId="{B92FD8F7-10B3-4E4D-99FC-94E232138042}" dt="2025-11-07T18:46:22.119" v="14" actId="478"/>
          <ac:spMkLst>
            <pc:docMk/>
            <pc:sldMk cId="1777426219" sldId="268"/>
            <ac:spMk id="7" creationId="{0690F912-7373-1DA2-B3F2-6F4B6F903822}"/>
          </ac:spMkLst>
        </pc:spChg>
        <pc:spChg chg="add mod">
          <ac:chgData name="Jesse Dostal" userId="8474b40ad853ecbb" providerId="LiveId" clId="{B92FD8F7-10B3-4E4D-99FC-94E232138042}" dt="2025-11-07T20:03:49.296" v="441" actId="14100"/>
          <ac:spMkLst>
            <pc:docMk/>
            <pc:sldMk cId="1777426219" sldId="268"/>
            <ac:spMk id="7" creationId="{232EF554-1C4C-7DB9-A174-6FED79EA9D29}"/>
          </ac:spMkLst>
        </pc:spChg>
        <pc:spChg chg="mod">
          <ac:chgData name="Jesse Dostal" userId="8474b40ad853ecbb" providerId="LiveId" clId="{B92FD8F7-10B3-4E4D-99FC-94E232138042}" dt="2025-11-07T20:03:46.460" v="440" actId="1076"/>
          <ac:spMkLst>
            <pc:docMk/>
            <pc:sldMk cId="1777426219" sldId="268"/>
            <ac:spMk id="14" creationId="{B2A7E3D5-C730-5B94-7965-810A23494335}"/>
          </ac:spMkLst>
        </pc:spChg>
        <pc:picChg chg="mod">
          <ac:chgData name="Jesse Dostal" userId="8474b40ad853ecbb" providerId="LiveId" clId="{B92FD8F7-10B3-4E4D-99FC-94E232138042}" dt="2025-11-07T20:02:29.083" v="429" actId="1076"/>
          <ac:picMkLst>
            <pc:docMk/>
            <pc:sldMk cId="1777426219" sldId="268"/>
            <ac:picMk id="3" creationId="{5D57194A-580E-0427-CD77-A618DE8D2C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8F73F-2E1F-461E-AEDF-A11AEB0832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9E266-6C8D-4EE3-B5C7-A27D582E3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69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07EF-3AAD-E67B-84A0-168472D07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FFB03-43B1-1BBF-364E-821C35923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3274E-7161-D9D1-993E-FFA909EE0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E15-4983-4873-A86A-AFC6ACCE52B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091AD-4127-8F6F-E0F3-F8380D92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0E189-1525-839E-9A24-93A317EE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2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3232-825B-ED42-0897-92159BFC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D4145-535F-A450-F0EE-73266C9B7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5C468-F9C3-AB37-17BB-DA7B90D7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6E46-33F9-4D60-8641-4AC304D0886F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E2243-E444-6A3C-1AE6-483C04D9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CB7D6-7562-2682-94BE-3ED0223C3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90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A4AE-B45D-F961-E8A9-7C1331EF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735FB-0B39-CFBB-4B07-6EA5076AC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1ADDE-BD17-2D29-EE00-078BAB18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2917-8DCC-4C65-ABB7-A135F9E06A3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8CC07-D279-F8B7-1448-BD754897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6D6C7-1E42-4CD5-0C57-629B474A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1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0BC4-D0BE-DA50-E0E8-04481651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2BC89-D181-B586-72C1-A2A5BF5EC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B4A9C-65F1-354D-C083-CBE708F9A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1CB29-3BC5-9025-D9D9-EE932E2A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F1F80-E41C-4E70-929A-6352FDB0950A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4B460-FF2D-AA30-A87E-425856C5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626E8-39A1-2A24-CFC4-FE7AC535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15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3076-F3D4-BCF0-A3CB-09E56908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2BB43-A4F8-C4A2-6ACC-62C980F18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0F974-3F65-73CA-A76E-338649FAD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B761A-B5E8-57F4-EB94-1D93376C1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97B9B9-BDF8-63B4-B4C3-17E991624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2AE0C-D6A4-F396-DE7F-90A29D9E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43F9-534C-48BF-AAC0-633091E17197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4AFD7-F34B-C5AC-F6F1-6E5021C98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9A429-A9D0-F7E2-F72D-F2BC8EC68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CFE1-BF2F-C376-DF8A-6E2110FC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C4C69-0439-CD25-E5C6-611A7DE5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7B9A1-F86C-4DD7-BE10-5F2D249533BF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10F96-B845-86A3-2A31-BFE3E3953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EC4B4-1DB2-F09D-EB62-68CACE8D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13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8BCDC-E8DE-9338-D0AA-154AA6FBE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85411-A3AD-4E6D-ADEB-96BA43166981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ACDF89-E31E-43C5-11A0-AB8557F8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B1005-7BCF-37AB-6528-0E42F2F5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35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0A25-0F33-D5FF-263E-894430F1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E01FD-1F63-7057-C1ED-EC6E3B2D2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A4279-6502-B56A-9802-F1F4E2DC0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C740C-801D-5354-E17A-791AC45E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D44F-0AC3-49CD-A2CC-FF2BBE487F36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4E006-F2C2-6439-30A2-7460058F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493EC-26A7-E9CD-4F91-04A4C2C0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03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D3D5-1C68-7274-0593-6B506D15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06C7AA-5A84-1AD0-1CFC-CFA515D2F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4FC4D-D544-5CBD-BB44-A8031ABD0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45744-174D-4AE2-7850-8AC1A740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55D9-D8D6-4FAC-BCB7-650AEDA87E2B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B93D3-2253-8C29-5E19-1E5A32C6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EA30A-0D80-16EF-4507-B4974CB4E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2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43D0-F49C-EE37-909D-ABE4F4BA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7DB9B-55B5-E9B3-8767-8FE00330F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09781-3963-E3D7-FDD2-0130655D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9688D-2D18-4FF0-95ED-35F3DBEF2D9D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0198A-E340-5BF0-993C-891974C3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F1674-3480-5E5B-0548-4B6A25D3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5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B6802-CAF7-1CB1-D26D-7F3F8AEB2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07B11-53CA-F265-027F-164445BB9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D75C4-FE89-8E2C-6639-83DC82DA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0B95-BB84-4BF1-B5F4-F8B558986BF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F15C9-F2A9-98EA-D81F-F58EFA52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977C2-2713-ADDB-E10E-9918FD92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7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D0395-B15D-2F3F-D9F1-7CB63E820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79C24-7D90-8769-D512-6CBC4BEEE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A8E7A-5A84-CD46-0213-EB015410A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35E6E-369E-49B4-BC9F-A20246FD7F8C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0DFE7-751A-B062-5491-E9912995A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New York City Schools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3E007-D03A-25FD-21AB-33BC9234D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5B566-7177-40DD-9A19-498149893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08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637C-B8E1-E072-83C9-194398F10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79510"/>
            <a:ext cx="9144000" cy="748104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4000" b="1" dirty="0"/>
              <a:t>Predicting Student Success in NYC Schools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3CAC1-9F5B-9DD2-C801-370780E52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793" y="2705877"/>
            <a:ext cx="9144000" cy="849086"/>
          </a:xfrm>
          <a:solidFill>
            <a:srgbClr val="FFFFFF"/>
          </a:solidFill>
        </p:spPr>
        <p:txBody>
          <a:bodyPr/>
          <a:lstStyle/>
          <a:p>
            <a:br>
              <a:rPr lang="en-US" dirty="0"/>
            </a:br>
            <a:r>
              <a:rPr lang="en-US" dirty="0"/>
              <a:t>Socioeconomic and staffing factors influencing student outcomes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1789BA7-F5DD-3B7B-8431-84E6B8F54233}"/>
              </a:ext>
            </a:extLst>
          </p:cNvPr>
          <p:cNvSpPr txBox="1">
            <a:spLocks/>
          </p:cNvSpPr>
          <p:nvPr/>
        </p:nvSpPr>
        <p:spPr>
          <a:xfrm>
            <a:off x="1524793" y="3940232"/>
            <a:ext cx="9144000" cy="1137606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US" dirty="0"/>
            </a:br>
            <a:r>
              <a:rPr lang="en-US" dirty="0"/>
              <a:t>Jesse Dostal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November 18, 2021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C655D-BCB0-3620-843C-542EA2E1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9E5ED-9CE2-3C98-2BD5-A21760A7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24E9-2912-BF48-B1E9-7FC9B02E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852" y="9446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Modeling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CEDA82-1BB8-1DCD-443A-8F7255A51B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78290" y="2648095"/>
            <a:ext cx="7435420" cy="3610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Predictors: School-Level Conditions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Goal:</a:t>
            </a:r>
            <a:r>
              <a:rPr lang="en-US" sz="1800" dirty="0"/>
              <a:t> Identify which school factors best predict reading proficiency.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Focus Areas:</a:t>
            </a:r>
            <a:endParaRPr lang="en-US" sz="1800" dirty="0"/>
          </a:p>
          <a:p>
            <a:pPr marL="0" lvl="1">
              <a:spcBef>
                <a:spcPts val="0"/>
              </a:spcBef>
            </a:pPr>
            <a:r>
              <a:rPr lang="en-US" sz="1800" dirty="0"/>
              <a:t>Socioeconomic hardship</a:t>
            </a:r>
          </a:p>
          <a:p>
            <a:pPr marL="0" lvl="1">
              <a:spcBef>
                <a:spcPts val="0"/>
              </a:spcBef>
            </a:pPr>
            <a:r>
              <a:rPr lang="en-US" sz="1800" dirty="0"/>
              <a:t>Staffing stability</a:t>
            </a:r>
          </a:p>
          <a:p>
            <a:pPr marL="0" lvl="1">
              <a:spcBef>
                <a:spcPts val="0"/>
              </a:spcBef>
            </a:pPr>
            <a:r>
              <a:rPr lang="en-US" sz="1800" dirty="0"/>
              <a:t>Leadership experience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Outcome:</a:t>
            </a:r>
            <a:r>
              <a:rPr lang="en-US" sz="1800" dirty="0"/>
              <a:t> Support data-driven planning and equitable resource allocation.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Dataset &amp; Method</a:t>
            </a:r>
            <a:endParaRPr lang="en-US" sz="1800" dirty="0"/>
          </a:p>
          <a:p>
            <a:pPr marL="0">
              <a:spcBef>
                <a:spcPts val="0"/>
              </a:spcBef>
            </a:pPr>
            <a:r>
              <a:rPr lang="en-US" sz="1800" dirty="0"/>
              <a:t>~1,000 NYC public schools</a:t>
            </a:r>
          </a:p>
          <a:p>
            <a:pPr marL="0">
              <a:spcBef>
                <a:spcPts val="0"/>
              </a:spcBef>
            </a:pPr>
            <a:r>
              <a:rPr lang="en-US" sz="1800" i="1" dirty="0"/>
              <a:t>Balance → Train → Compare</a:t>
            </a:r>
            <a:r>
              <a:rPr lang="en-US" sz="1800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FBF3DE2-F588-EE02-1582-1C193C8DD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9051" y="1254438"/>
            <a:ext cx="8473898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Target: Student Success (Grade 8 ELA ≥ 3.0)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  Students at or above this threshold are more likely to graduate and persist academically.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  Below 3.0 = higher remediation risk and lower college attainment.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2EB42-8D47-77AD-5CF1-0E232498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6883E-10F8-3EC0-FED3-9A53808AB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5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CC222-ECDC-2509-1C77-C699C456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3FA1-DC52-140B-B35F-8F74893C6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93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Data Summary: Reading Proficiency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57194A-580E-0427-CD77-A618DE8D2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25" y="2633920"/>
            <a:ext cx="5974202" cy="33597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2A7E3D5-C730-5B94-7965-810A23494335}"/>
              </a:ext>
            </a:extLst>
          </p:cNvPr>
          <p:cNvSpPr txBox="1"/>
          <p:nvPr/>
        </p:nvSpPr>
        <p:spPr>
          <a:xfrm>
            <a:off x="6578227" y="1554501"/>
            <a:ext cx="5231048" cy="369331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Key Insight:</a:t>
            </a:r>
          </a:p>
          <a:p>
            <a:br>
              <a:rPr lang="en-US" dirty="0"/>
            </a:br>
            <a:r>
              <a:rPr lang="en-US" dirty="0"/>
              <a:t>Most schools fall below proficiency — only 1 in 4 meet standards. Identifying what sets those schools apart is the next step.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Outcome Imbalance: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Uneven outcomes: </a:t>
            </a:r>
            <a:r>
              <a:rPr lang="en-US" dirty="0"/>
              <a:t>Most schools underperform on reading benchmarks.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 bias: </a:t>
            </a:r>
            <a:r>
              <a:rPr lang="en-US" dirty="0"/>
              <a:t>Imbalance can over-emphasize failure.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Solution: </a:t>
            </a:r>
            <a:r>
              <a:rPr lang="en-US" dirty="0"/>
              <a:t>Data were balanced so both groups are learned equally.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5F763-99C6-D580-3F82-AB8C7EB1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98E3F-A136-08EB-6C46-DB984A2D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EF554-1C4C-7DB9-A174-6FED79EA9D29}"/>
              </a:ext>
            </a:extLst>
          </p:cNvPr>
          <p:cNvSpPr txBox="1"/>
          <p:nvPr/>
        </p:nvSpPr>
        <p:spPr>
          <a:xfrm>
            <a:off x="382725" y="1554501"/>
            <a:ext cx="5974203" cy="64633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dirty="0"/>
              <a:t>Predicting whether schools meet a 3.0 average threshold — a key indicator of academic readiness and long-term success</a:t>
            </a:r>
          </a:p>
        </p:txBody>
      </p:sp>
    </p:spTree>
    <p:extLst>
      <p:ext uri="{BB962C8B-B14F-4D97-AF65-F5344CB8AC3E}">
        <p14:creationId xmlns:p14="http://schemas.microsoft.com/office/powerpoint/2010/main" val="1777426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5E24-C9E8-6441-2980-BA47FD11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Predictors: Staffing &amp; Structural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3F644-BF2F-E807-A111-C67CB7A33AE0}"/>
              </a:ext>
            </a:extLst>
          </p:cNvPr>
          <p:cNvSpPr txBox="1"/>
          <p:nvPr/>
        </p:nvSpPr>
        <p:spPr>
          <a:xfrm>
            <a:off x="1719844" y="2221678"/>
            <a:ext cx="8297694" cy="313932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Socioeconomic Context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Students in Temporary Housing</a:t>
            </a:r>
            <a:r>
              <a:rPr lang="en-US" dirty="0"/>
              <a:t> – % without stable housing in past 4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Students with Disabilities</a:t>
            </a:r>
            <a:r>
              <a:rPr lang="en-US" dirty="0"/>
              <a:t> – % receiving IEP-based services</a:t>
            </a:r>
          </a:p>
          <a:p>
            <a:endParaRPr lang="en-US" dirty="0"/>
          </a:p>
          <a:p>
            <a:r>
              <a:rPr lang="en-US" b="1" dirty="0"/>
              <a:t>Staffing &amp; Leadership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Teacher Attendance Rate</a:t>
            </a:r>
            <a:r>
              <a:rPr lang="en-US" dirty="0"/>
              <a:t> – % of teachers present daily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Principal Experience</a:t>
            </a:r>
            <a:r>
              <a:rPr lang="en-US" dirty="0"/>
              <a:t> – Years as principal at current school</a:t>
            </a:r>
          </a:p>
          <a:p>
            <a:endParaRPr lang="en-US" dirty="0"/>
          </a:p>
          <a:p>
            <a:r>
              <a:rPr lang="en-US" b="1" dirty="0"/>
              <a:t>Program &amp; Funding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Federal Funding</a:t>
            </a:r>
            <a:r>
              <a:rPr lang="en-US" dirty="0"/>
              <a:t> – Indicator of participation in a federal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Program Type (A–K)</a:t>
            </a:r>
            <a:r>
              <a:rPr lang="en-US" dirty="0"/>
              <a:t> – DOE classification of school type or instructional model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DD799-C2F0-D639-0A2A-79073B803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86975-0648-543E-5C4E-3706F809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66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6CD4-F68E-A9C0-269A-4C47CDE35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93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Data Summary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F71FBF-D20E-78B0-9A86-4FEC5EC8C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673" y="1634247"/>
            <a:ext cx="5771127" cy="44117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AEAC0BA-662A-57DC-469B-DD025B7C461A}"/>
              </a:ext>
            </a:extLst>
          </p:cNvPr>
          <p:cNvSpPr txBox="1"/>
          <p:nvPr/>
        </p:nvSpPr>
        <p:spPr>
          <a:xfrm>
            <a:off x="838200" y="2840478"/>
            <a:ext cx="4209645" cy="2585323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Key Takeaways: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40% </a:t>
            </a:r>
            <a:r>
              <a:rPr lang="en-US" dirty="0"/>
              <a:t>of schools receive </a:t>
            </a:r>
            <a:r>
              <a:rPr lang="en-US" b="1" dirty="0"/>
              <a:t>federal support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 in 5 </a:t>
            </a:r>
            <a:r>
              <a:rPr lang="en-US" dirty="0"/>
              <a:t>students have disabilities</a:t>
            </a:r>
            <a:r>
              <a:rPr lang="en-US" b="1" dirty="0"/>
              <a:t>; 1 in 10 </a:t>
            </a:r>
            <a:r>
              <a:rPr lang="en-US" dirty="0"/>
              <a:t>experience </a:t>
            </a:r>
            <a:r>
              <a:rPr lang="en-US" b="1" dirty="0"/>
              <a:t>housing instability.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Teacher attendance </a:t>
            </a:r>
            <a:r>
              <a:rPr lang="en-US" dirty="0"/>
              <a:t>averages </a:t>
            </a:r>
            <a:r>
              <a:rPr lang="en-US" b="1" dirty="0"/>
              <a:t>97%</a:t>
            </a:r>
            <a:r>
              <a:rPr lang="en-US" dirty="0"/>
              <a:t>, with </a:t>
            </a:r>
            <a:r>
              <a:rPr lang="en-US" b="1" dirty="0"/>
              <a:t>12% missing data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Principal experience </a:t>
            </a:r>
            <a:r>
              <a:rPr lang="en-US" dirty="0"/>
              <a:t>varies widely — up to </a:t>
            </a:r>
            <a:r>
              <a:rPr lang="en-US" b="1" dirty="0"/>
              <a:t>25 years</a:t>
            </a:r>
            <a:r>
              <a:rPr lang="en-US" dirty="0"/>
              <a:t>, with similar missingness.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1AE8C-D7F0-F780-4859-CB79ACBE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20064-DB4B-1FF6-1557-94338004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24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24A8-F59D-6C86-C9D2-07A7D55D7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23" y="160844"/>
            <a:ext cx="10515600" cy="1171845"/>
          </a:xfrm>
        </p:spPr>
        <p:txBody>
          <a:bodyPr/>
          <a:lstStyle/>
          <a:p>
            <a:pPr algn="ctr"/>
            <a:r>
              <a:rPr lang="en-US" b="1" dirty="0"/>
              <a:t>Distributions by Federal Program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B378D-A637-4F92-02CA-4BAD2076A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150" y="1332689"/>
            <a:ext cx="4224227" cy="49559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660DED-669A-F0CA-5B7E-AF2A64AD53FC}"/>
              </a:ext>
            </a:extLst>
          </p:cNvPr>
          <p:cNvSpPr txBox="1"/>
          <p:nvPr/>
        </p:nvSpPr>
        <p:spPr>
          <a:xfrm>
            <a:off x="663517" y="3342158"/>
            <a:ext cx="6094378" cy="1754326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Program type (A–K) included for context </a:t>
            </a:r>
            <a:r>
              <a:rPr lang="en-US" dirty="0"/>
              <a:t>— shows limited performance variation</a:t>
            </a:r>
          </a:p>
          <a:p>
            <a:br>
              <a:rPr lang="en-US" dirty="0"/>
            </a:br>
            <a:r>
              <a:rPr lang="en-US" b="1" dirty="0"/>
              <a:t>Takeaway:</a:t>
            </a:r>
            <a:br>
              <a:rPr lang="en-US" dirty="0"/>
            </a:br>
            <a:r>
              <a:rPr lang="en-US" dirty="0"/>
              <a:t>Program type helps illustrate performance differences, but it wasn’t used directly in the predictive model.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08B7E8-E168-B2F2-86AA-804D6AB54251}"/>
              </a:ext>
            </a:extLst>
          </p:cNvPr>
          <p:cNvSpPr txBox="1"/>
          <p:nvPr/>
        </p:nvSpPr>
        <p:spPr>
          <a:xfrm>
            <a:off x="663517" y="1352740"/>
            <a:ext cx="6094378" cy="147732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Program Type (A–K)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school is assigned a program type (e.g., STEM, arts, bilingual, general).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Codes show how schools are organized, not specific funding or policy.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EF79-4672-E77B-D4D5-961975138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8B7DD-32CC-2DEA-4677-675ACC09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06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D5B4-FEFB-7876-A546-B4D31898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727"/>
          </a:xfrm>
        </p:spPr>
        <p:txBody>
          <a:bodyPr/>
          <a:lstStyle/>
          <a:p>
            <a:pPr algn="ctr"/>
            <a:r>
              <a:rPr lang="en-US" b="1" dirty="0"/>
              <a:t>Outcome Separation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C9F38-19EC-C655-BFC9-C6C5799E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98" y="1620053"/>
            <a:ext cx="7070387" cy="39627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9A9901-428F-0C51-93A3-D4BB07416453}"/>
              </a:ext>
            </a:extLst>
          </p:cNvPr>
          <p:cNvSpPr txBox="1"/>
          <p:nvPr/>
        </p:nvSpPr>
        <p:spPr>
          <a:xfrm>
            <a:off x="7950672" y="1893245"/>
            <a:ext cx="3544641" cy="34163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Key Patterns: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Schools with more </a:t>
            </a:r>
            <a:r>
              <a:rPr lang="en-US" b="1" dirty="0"/>
              <a:t>students in temporary housing</a:t>
            </a:r>
            <a:r>
              <a:rPr lang="en-US" dirty="0"/>
              <a:t> tend to perform worse.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Higher disability rates</a:t>
            </a:r>
            <a:r>
              <a:rPr lang="en-US" dirty="0"/>
              <a:t> also align with lower proficiency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Takeaway:</a:t>
            </a:r>
            <a:br>
              <a:rPr lang="en-US" dirty="0"/>
            </a:br>
            <a:r>
              <a:rPr lang="en-US" dirty="0"/>
              <a:t>These gaps point to </a:t>
            </a:r>
            <a:r>
              <a:rPr lang="en-US" b="1" dirty="0"/>
              <a:t>systemic and social barriers</a:t>
            </a:r>
            <a:r>
              <a:rPr lang="en-US" dirty="0"/>
              <a:t> that affect student achievement beyond classroom instruction.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FB6C3-F9D6-86EF-87D1-D89329B2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87DFD-4C4D-4706-905C-33F0955F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75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AA202-4A6F-61EC-DED7-597F917E9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6F7F-47AA-C211-3487-79189E54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7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Outcome Separation: Leadership and Staffing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647127-C5BF-AE38-4DEC-55C3828D4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59" y="1843733"/>
            <a:ext cx="6214353" cy="34829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5DFD27-D44B-279E-02EE-BBC08A3DC243}"/>
              </a:ext>
            </a:extLst>
          </p:cNvPr>
          <p:cNvSpPr txBox="1"/>
          <p:nvPr/>
        </p:nvSpPr>
        <p:spPr>
          <a:xfrm>
            <a:off x="7032501" y="1738537"/>
            <a:ext cx="4724070" cy="369331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Outcome Separation: Leadership and Staffing</a:t>
            </a:r>
          </a:p>
          <a:p>
            <a:endParaRPr lang="en-US" b="1" dirty="0"/>
          </a:p>
          <a:p>
            <a:r>
              <a:rPr lang="en-US" b="1" dirty="0"/>
              <a:t>Key Findings: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Staffing factors show little separation between higher- and lower-performing schools.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Teacher attendance and principal experience remain consistent across outcomes.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Takeaway:</a:t>
            </a:r>
            <a:br>
              <a:rPr lang="en-US" dirty="0"/>
            </a:br>
            <a:r>
              <a:rPr lang="en-US" dirty="0"/>
              <a:t>Performance gaps appear driven more by </a:t>
            </a:r>
            <a:r>
              <a:rPr lang="en-US" b="1" dirty="0"/>
              <a:t>social context</a:t>
            </a:r>
            <a:r>
              <a:rPr lang="en-US" dirty="0"/>
              <a:t> than by </a:t>
            </a:r>
            <a:r>
              <a:rPr lang="en-US" b="1" dirty="0"/>
              <a:t>staffing or leadership differences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AE5125-7030-79BB-79E2-C816530D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14966-FC47-8D6B-8307-418D975E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07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DAFE4-3FB3-24F0-8E34-C91DE7B13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719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Measure Association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22B1EBE-810B-61F1-D596-F2C0795910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35030" cy="303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E63EF4-1527-FD09-7233-5D87F64747D0}"/>
              </a:ext>
            </a:extLst>
          </p:cNvPr>
          <p:cNvSpPr txBox="1"/>
          <p:nvPr/>
        </p:nvSpPr>
        <p:spPr>
          <a:xfrm>
            <a:off x="6676416" y="1746602"/>
            <a:ext cx="4918953" cy="452431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Association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Schools with more students in temporary housing tend to also serve more students with disabilities.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Teacher attendance and principal experience show little relationship to other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Overall, social and demographic factors cluster together more strongly than staffing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Economic Need Index and Temporary Housing were retained despite correlation.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captures a different aspect of disadvantage — broad economic hardship vs. housing instability.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Tree-based models tolerate overlap and still identify the stronger, more direct predictors.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92BF0D-24E7-4709-FEFA-794A1FF3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0FDF-C0EE-36B8-1A43-9668F3EA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7947C7-66C1-B3C7-3A29-15031B197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83" y="1746602"/>
            <a:ext cx="5463789" cy="403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22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645A-B21A-74F8-C81A-D3645DF46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5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Feature Importance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8BE72-35DE-8A08-1176-6128B7F717D3}"/>
              </a:ext>
            </a:extLst>
          </p:cNvPr>
          <p:cNvSpPr txBox="1"/>
          <p:nvPr/>
        </p:nvSpPr>
        <p:spPr>
          <a:xfrm>
            <a:off x="381121" y="3450347"/>
            <a:ext cx="4704063" cy="203132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Housing instability was the strongest predictor of school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Disability rates also played a notable role in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Administrative factors, such as federal status or missing data flags, had minimal 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2D3119-3EF0-44A8-72FC-6F14188334E2}"/>
              </a:ext>
            </a:extLst>
          </p:cNvPr>
          <p:cNvSpPr txBox="1"/>
          <p:nvPr/>
        </p:nvSpPr>
        <p:spPr>
          <a:xfrm>
            <a:off x="5525733" y="1768881"/>
            <a:ext cx="5828067" cy="64633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dirty="0"/>
              <a:t>Random Forest achieved the highest ROC and balanced accuracy during cross-validation.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852421-280D-4502-F72B-A8928DBFE3DE}"/>
              </a:ext>
            </a:extLst>
          </p:cNvPr>
          <p:cNvSpPr txBox="1"/>
          <p:nvPr/>
        </p:nvSpPr>
        <p:spPr>
          <a:xfrm>
            <a:off x="381121" y="1768881"/>
            <a:ext cx="4704063" cy="120032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Modeling:</a:t>
            </a:r>
          </a:p>
          <a:p>
            <a:r>
              <a:rPr lang="en-US" dirty="0"/>
              <a:t>Strategy </a:t>
            </a:r>
            <a:r>
              <a:rPr lang="en-US" i="1" dirty="0"/>
              <a:t>Balance → Train → Compare</a:t>
            </a:r>
            <a:br>
              <a:rPr lang="en-US" dirty="0"/>
            </a:br>
            <a:r>
              <a:rPr lang="en-US" dirty="0"/>
              <a:t>Compared 4 model types; Random Forest performed best.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FA7C7-DABB-BFF8-851E-F0A1DB212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733" y="2888995"/>
            <a:ext cx="6139312" cy="337796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7DFAE-437A-41B1-1034-BED3F081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9E156-9720-A484-BDD7-B6CD4E88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9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84EE3-E22C-AE4B-7A02-FEC5F45B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Interpretation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2D401A-0992-8B9E-2342-2CD204E6C862}"/>
              </a:ext>
            </a:extLst>
          </p:cNvPr>
          <p:cNvSpPr txBox="1"/>
          <p:nvPr/>
        </p:nvSpPr>
        <p:spPr>
          <a:xfrm>
            <a:off x="683366" y="1690688"/>
            <a:ext cx="10515599" cy="369331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Taken together, the prior data shows: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Social context matters most. </a:t>
            </a:r>
            <a:r>
              <a:rPr lang="en-US" dirty="0"/>
              <a:t>Schools with more students in temporary housing or with disabilities were consistently less likely to meet proficiency.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Staffing stability alone isn’t enough. </a:t>
            </a:r>
            <a:r>
              <a:rPr lang="en-US" dirty="0"/>
              <a:t>Teacher attendance and principal experience showed minimal differentiation between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Factors move together.  </a:t>
            </a:r>
            <a:r>
              <a:rPr lang="en-US" dirty="0"/>
              <a:t>Demographic challenges overlap—schools facing one challenge often face several.</a:t>
            </a:r>
          </a:p>
          <a:p>
            <a:br>
              <a:rPr lang="en-US" dirty="0"/>
            </a:br>
            <a:r>
              <a:rPr lang="en-US" dirty="0"/>
              <a:t>In short, schools serving more vulnerable populations face consistent performance gaps — and staffing factors alone don’t close them.</a:t>
            </a:r>
            <a:br>
              <a:rPr lang="en-US" dirty="0"/>
            </a:br>
            <a:endParaRPr lang="en-US" dirty="0"/>
          </a:p>
          <a:p>
            <a:r>
              <a:rPr lang="en-US" dirty="0"/>
              <a:t>Model confirmation: The Random Forest confirmed these relationships, emphasizing housing instability and disability rates as key drivers of lower performance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BDF05-848F-9EEA-718D-89D0694D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2D2A7-3C98-0D22-0093-131E3D04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6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6CCFB-15ED-56D5-EB25-92F63DE24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24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Conclusion &amp; 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731FE-9370-72D2-5ED9-175041183F4B}"/>
              </a:ext>
            </a:extLst>
          </p:cNvPr>
          <p:cNvSpPr txBox="1"/>
          <p:nvPr/>
        </p:nvSpPr>
        <p:spPr>
          <a:xfrm>
            <a:off x="671803" y="1431159"/>
            <a:ext cx="11047445" cy="2585323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Conclusions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 Social context is decisive.</a:t>
            </a:r>
            <a:br>
              <a:rPr lang="en-US" dirty="0"/>
            </a:br>
            <a:r>
              <a:rPr lang="en-US" dirty="0"/>
              <a:t>Schools with more students in temporary housing or with disabilities consistently show lower proficiency.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Staffing stability alone isn’t enough.</a:t>
            </a:r>
            <a:br>
              <a:rPr lang="en-US" dirty="0"/>
            </a:br>
            <a:r>
              <a:rPr lang="en-US" dirty="0"/>
              <a:t>Teacher attendance and principal experience vary little between high- and low-performing schools.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Challenges overlap.</a:t>
            </a:r>
            <a:br>
              <a:rPr lang="en-US" dirty="0"/>
            </a:br>
            <a:r>
              <a:rPr lang="en-US" dirty="0"/>
              <a:t>Economic need, housing instability, and disability rates cluster together—creating systemic barriers.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Model confirmation.</a:t>
            </a:r>
            <a:br>
              <a:rPr lang="en-US" dirty="0"/>
            </a:br>
            <a:r>
              <a:rPr lang="en-US" dirty="0"/>
              <a:t>Random Forest validated these patterns, highlighting housing instability and disability rates as primary predictors.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8BBB82-B82E-01F5-9731-F1F8A6817CEC}"/>
              </a:ext>
            </a:extLst>
          </p:cNvPr>
          <p:cNvSpPr txBox="1"/>
          <p:nvPr/>
        </p:nvSpPr>
        <p:spPr>
          <a:xfrm>
            <a:off x="671803" y="4344454"/>
            <a:ext cx="11047445" cy="1754326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Next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 supports </a:t>
            </a:r>
            <a:r>
              <a:rPr lang="en-US" dirty="0"/>
              <a:t>for schools with high housing instability and disability enrollment.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Integrate community data </a:t>
            </a:r>
            <a:r>
              <a:rPr lang="en-US" dirty="0"/>
              <a:t>(e.g., housing services, neighborhood stability) into future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Refine leadership metrics </a:t>
            </a:r>
            <a:r>
              <a:rPr lang="en-US" dirty="0"/>
              <a:t>by adding teacher turnover, staff tenure, and climate measures.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Test generalization </a:t>
            </a:r>
            <a:r>
              <a:rPr lang="en-US" dirty="0"/>
              <a:t>across boroughs or future years to ensure 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Share insights </a:t>
            </a:r>
            <a:r>
              <a:rPr lang="en-US" dirty="0"/>
              <a:t>with DOE leadership to guide equitable funding and intervention design.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A312C0-F3D9-0729-A642-94EB7034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New York City Schools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7E6A00-D0B4-1A79-AC15-C9511FE9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566-7177-40DD-9A19-4981498936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53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997</Words>
  <Application>Microsoft Office PowerPoint</Application>
  <PresentationFormat>Widescreen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Predicting Student Success in NYC Schools</vt:lpstr>
      <vt:lpstr>Modeling Approach</vt:lpstr>
      <vt:lpstr>Data Summary: Reading Proficiency</vt:lpstr>
      <vt:lpstr>Key Predictors: Staffing &amp; Structural Factor</vt:lpstr>
      <vt:lpstr>Data Summary</vt:lpstr>
      <vt:lpstr>Distributions by Federal Program</vt:lpstr>
      <vt:lpstr>Outcome Separation</vt:lpstr>
      <vt:lpstr>Outcome Separation: Leadership and Staffing </vt:lpstr>
      <vt:lpstr>Measure Association</vt:lpstr>
      <vt:lpstr>Feature Importance</vt:lpstr>
      <vt:lpstr>Interpretation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Dostal</dc:creator>
  <cp:lastModifiedBy>Jesse Dostal</cp:lastModifiedBy>
  <cp:revision>2</cp:revision>
  <dcterms:created xsi:type="dcterms:W3CDTF">2025-11-07T03:27:27Z</dcterms:created>
  <dcterms:modified xsi:type="dcterms:W3CDTF">2025-11-07T20:14:18Z</dcterms:modified>
</cp:coreProperties>
</file>